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00878ce9a14a3b" /><Relationship Type="http://schemas.openxmlformats.org/officeDocument/2006/relationships/extended-properties" Target="/docProps/app.xml" Id="R6d07b92ec6e142dd" /><Relationship Type="http://schemas.openxmlformats.org/officeDocument/2006/relationships/officeDocument" Target="/ppt/presentation.xml" Id="R89535b0b0edb47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96399b0684e9c"/>
  </p:sldMasterIdLst>
  <p:notesMasterIdLst>
    <p:notesMasterId xmlns:r="http://schemas.openxmlformats.org/officeDocument/2006/relationships" r:id="R0b8bb3c5d1e34393"/>
  </p:notesMasterIdLst>
  <p:sldIdLst>
    <p:sldId xmlns:r="http://schemas.openxmlformats.org/officeDocument/2006/relationships" id="256" r:id="R9df44441820f422f"/>
    <p:sldId xmlns:r="http://schemas.openxmlformats.org/officeDocument/2006/relationships" id="257" r:id="R715f28990dad4458"/>
    <p:sldId xmlns:r="http://schemas.openxmlformats.org/officeDocument/2006/relationships" id="258" r:id="R806c98d1496a411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bdb650d5c49c3" /><Relationship Type="http://schemas.openxmlformats.org/officeDocument/2006/relationships/slideMaster" Target="/ppt/slideMasters/slideMaster1.xml" Id="R81496399b0684e9c" /><Relationship Type="http://schemas.openxmlformats.org/officeDocument/2006/relationships/notesMaster" Target="/ppt/notesMasters/notesMaster1.xml" Id="R0b8bb3c5d1e34393" /><Relationship Type="http://schemas.openxmlformats.org/officeDocument/2006/relationships/presProps" Target="/ppt/presProps.xml" Id="R2bee5f47f61740df" /><Relationship Type="http://schemas.openxmlformats.org/officeDocument/2006/relationships/tableStyles" Target="/ppt/tableStyles.xml" Id="Rc9cdb74ab31b4f74" /><Relationship Type="http://schemas.openxmlformats.org/officeDocument/2006/relationships/slide" Target="/ppt/slides/slide1.xml" Id="R9df44441820f422f" /><Relationship Type="http://schemas.openxmlformats.org/officeDocument/2006/relationships/slide" Target="/ppt/slides/slide2.xml" Id="R715f28990dad4458" /><Relationship Type="http://schemas.openxmlformats.org/officeDocument/2006/relationships/slide" Target="/ppt/slides/slide3.xml" Id="R806c98d1496a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6d5553278e4a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198051ed9d48c4" /><Relationship Type="http://schemas.openxmlformats.org/officeDocument/2006/relationships/notesMaster" Target="/ppt/notesMasters/notesMaster1.xml" Id="R40d4cbe77d57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d4d4569e147a7" /><Relationship Type="http://schemas.openxmlformats.org/officeDocument/2006/relationships/notesMaster" Target="/ppt/notesMasters/notesMaster1.xml" Id="R47c6f0bb983f43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b25909bbb4d82" /><Relationship Type="http://schemas.openxmlformats.org/officeDocument/2006/relationships/notesMaster" Target="/ppt/notesMasters/notesMaster1.xml" Id="R167c430e0eda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 pictogram replacement for slide 4. Exactly 42 editable defect icons. 42 original benchmark bugs.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 pictogram replacement for slide 5. Exactly 147 editable defect icons. 42 original benchmark bugs in ivory and 105 additional verified defects in orange.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 pictogram replacement for slide 14. Exactly 147 editable defect icons. 88 found in ivory and 59 missed as orange outlines.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41757bbe046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7863f149264680" /><Relationship Type="http://schemas.openxmlformats.org/officeDocument/2006/relationships/slideLayout" Target="/ppt/slideLayouts/slideLayout1.xml" Id="R02607f6b64bb4b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07f6b64bb4b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ba71797994bb9" /><Relationship Type="http://schemas.openxmlformats.org/officeDocument/2006/relationships/notesSlide" Target="/ppt/notesSlides/notesSlide1.xml" Id="R43f801b12e99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b256a0c914de4" /><Relationship Type="http://schemas.openxmlformats.org/officeDocument/2006/relationships/notesSlide" Target="/ppt/notesSlides/notesSlide2.xml" Id="R8ad1c6b5af1240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4ca6c7de48d9" /><Relationship Type="http://schemas.openxmlformats.org/officeDocument/2006/relationships/notesSlide" Target="/ppt/notesSlides/notesSlide3.xml" Id="Rd51b1c50adc3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" name="Bug grid for slide 4" descr="42 editable bug icons"/>
          <p:cNvGrpSpPr/>
          <p:nvPr/>
        </p:nvGrpSpPr>
        <p:grpSpPr>
          <ns1:xfrm xmlns:ns1="http://schemas.openxmlformats.org/drawingml/2006/main">
            <ns1:off x="6484144" y="3156109"/>
            <ns1:ext cx="7274878" cy="825183"/>
            <ns1:chOff x="6484144" y="3156109"/>
            <ns1:chExt cx="7274878" cy="825183"/>
          </ns1:xfrm>
        </p:grpSpPr>
        <p:sp>
          <p:nvSpPr>
            <p:cNvPr id="3" name="Bug 1" descr="Defect 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7F286758-38F0-4457-A145-112D76CADC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" name="Bug 2" descr="Defect 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D448CE1-C8F5-4947-8978-BD239B9A38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" name="Bug 3" descr="Defect 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6C2EF201-0AB8-4E07-AE65-09C5EB95C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" name="Bug 4" descr="Defect 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5A3F0C82-9302-4557-A05E-C84052D7CE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" name="Bug 5" descr="Defect 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7E73DDA5-C3ED-463D-9C80-AECFB7E50E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" name="Bug 6" descr="Defect 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9CE1F32D-27DC-459A-9D1A-BADFD37619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9" name="Bug 7" descr="Defect 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9AF74DF-8D83-4CF5-B52B-D7A2659AD4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0" name="Bug 8" descr="Defect 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56AC236A-E9DA-4E62-9A60-BAD025630D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1" name="Bug 9" descr="Defect 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7C553041-5B7A-45FA-98F7-A6C669FD4B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2" name="Bug 10" descr="Defect 1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91CD83A-A725-4566-AEC8-AB0514F382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3" name="Bug 11" descr="Defect 1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FF43714-E645-4996-A4F4-699B8E433E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4" name="Bug 12" descr="Defect 1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1D2E6EF-B7A8-433E-ADA0-BF1BEA1B74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5" name="Bug 13" descr="Defect 1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FDF9C0D-75EE-4842-A00F-FDF0660E90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6" name="Bug 14" descr="Defect 1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AE4B6D5A-5200-4389-ABAF-ED00ACBDEC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7" name="Bug 15" descr="Defect 1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963A97A-50B6-4DC8-B9D1-2AD57F3754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8" name="Bug 16" descr="Defect 1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8F72977-C97F-454F-99DD-F66377A27A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9" name="Bug 17" descr="Defect 1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2E6E3EE-77CD-4872-B7EC-E58465840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0" name="Bug 18" descr="Defect 1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0099D6B-CF1E-4C07-915B-905EAC4140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1" name="Bug 19" descr="Defect 1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F33057E-CC15-4290-BEB7-D2A16FA2B6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2" name="Bug 20" descr="Defect 2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F8A08A81-BFDF-4BF5-9C3C-705FC9F6F2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3" name="Bug 21" descr="Defect 2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5C20209F-6262-462B-AC1B-1D38CAD579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4" name="Bug 22" descr="Defect 2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79CB1AE-2D24-4EB1-BEF2-3F8B238341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5" name="Bug 23" descr="Defect 2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8DDCA40D-EE17-4C5F-8E1C-9747FDFCDB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6" name="Bug 24" descr="Defect 2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5303F697-752D-4660-95A4-E2584159EA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7" name="Bug 25" descr="Defect 2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7F95239E-CC29-454B-A656-4D9DC7643A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8" name="Bug 26" descr="Defect 2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8903E7DB-70B1-4FD9-8953-F45DD640DF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9" name="Bug 27" descr="Defect 2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65682C71-1D89-45CB-8F00-BB63EC4B2E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0" name="Bug 28" descr="Defect 2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695EBB3-3094-4724-AAFB-7BA370094F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1" name="Bug 29" descr="Defect 2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FA7FD733-6DAD-4D83-AD4D-DAC11CE512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2" name="Bug 30" descr="Defect 3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8C2F65A3-BC71-4FD5-AECD-3D63AEFC98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3" name="Bug 31" descr="Defect 3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FDD55E1F-4DDA-4C84-AC47-844804D9C8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4" name="Bug 32" descr="Defect 3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4A0CC24-FC18-4AB1-9567-75D46D4C1B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5" name="Bug 33" descr="Defect 3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24DD260-7B8A-45EC-9E08-232A5CD12F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6" name="Bug 34" descr="Defect 3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01A87BC-288A-4B02-ABFE-3E92D002BF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7" name="Bug 35" descr="Defect 3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C119F7F-FC7B-409E-BF19-1DC8F3CAF5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8" name="Bug 36" descr="Defect 3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39C9083-4A19-45EF-AF34-38FDBEE99C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9" name="Bug 37" descr="Defect 3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E646C8C-E9B5-4C33-887F-C117E67849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0" name="Bug 38" descr="Defect 3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CCEEA39-1CC7-4D5B-9160-65C6F1E3BF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1" name="Bug 39" descr="Defect 3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24A6FC0-ADCE-4BD0-AAEA-69AA2A21A1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2" name="Bug 40" descr="Defect 4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E277ADB4-189A-4712-BE14-4AC2929F17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3" name="Bug 41" descr="Defect 4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FE921688-2C71-4EBA-AE3E-AF4F3061C0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4" name="Bug 42" descr="Defect 4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970DB12-E854-4E0F-9A02-9036BFD30E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67588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" name="Bug grid for slide 5" descr="147 editable bug icons"/>
          <p:cNvGrpSpPr/>
          <p:nvPr/>
        </p:nvGrpSpPr>
        <p:grpSpPr>
          <ns1:xfrm xmlns:ns1="http://schemas.openxmlformats.org/drawingml/2006/main">
            <ns1:off x="6484144" y="3156109"/>
            <ns1:ext cx="7274878" cy="3593783"/>
            <ns1:chOff x="6484144" y="3156109"/>
            <ns1:chExt cx="7274878" cy="3593783"/>
          </ns1:xfrm>
        </p:grpSpPr>
        <p:sp>
          <p:nvSpPr>
            <p:cNvPr id="3" name="Bug 1" descr="Defect 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E03888E-9208-4A42-AA0B-FADBB53CD6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" name="Bug 2" descr="Defect 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1495322-870A-437B-90A6-DE21F4D246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" name="Bug 3" descr="Defect 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77303E9-81DF-43B7-8FD5-1A4A2CDDDD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" name="Bug 4" descr="Defect 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FB404919-7EEE-4AB2-81AE-E85F15439D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" name="Bug 5" descr="Defect 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AEE1A58-BD82-459A-A16D-DB55C98D1D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" name="Bug 6" descr="Defect 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4154C22-AA62-438B-97BD-3905E83D11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9" name="Bug 7" descr="Defect 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014B8DC-A3B3-4F1E-8214-5C00F59722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0" name="Bug 8" descr="Defect 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690AC62-A32F-4A64-BD09-F55033468B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1" name="Bug 9" descr="Defect 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9D67761A-39C0-4DC6-89DC-422AACC89E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2" name="Bug 10" descr="Defect 1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359FB4F-5D69-4CD5-A811-B02B30AF0B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3" name="Bug 11" descr="Defect 1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82052236-165B-423A-888B-8D9739B69E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4" name="Bug 12" descr="Defect 1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96FE58B-1D6D-4C7A-872C-2167D563D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5" name="Bug 13" descr="Defect 1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E22609E-3E66-4D56-945C-4BAF0457FE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6" name="Bug 14" descr="Defect 1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358DFE5-6A65-4055-8754-8B9E073C3F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7" name="Bug 15" descr="Defect 1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CC683FF-92B3-4F4F-A4E7-96CAAC5E50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8" name="Bug 16" descr="Defect 1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4487EFB-1476-47AE-B025-E892996507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9" name="Bug 17" descr="Defect 1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C75C338D-6FFC-4603-BF72-0671914164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0" name="Bug 18" descr="Defect 1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9407172-0E07-483F-9F0B-E854A4F628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1" name="Bug 19" descr="Defect 1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F5E5E4E-6B2F-4B7A-AE4A-52D32EBD0A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2" name="Bug 20" descr="Defect 2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7AEA6722-5933-4147-9392-BB7712408F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3" name="Bug 21" descr="Defect 2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9CF4E2B3-2189-471B-962A-1B31B156F4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4" name="Bug 22" descr="Defect 2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3141CC11-ADF8-4319-8B4B-D2F23EBBF2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5" name="Bug 23" descr="Defect 2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4DC6BE1E-52D7-464D-9906-6152C473A5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6" name="Bug 24" descr="Defect 2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56EBD0A0-76C1-4D29-B7A7-6517B5BFA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7" name="Bug 25" descr="Defect 2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2C19F7D-3424-493B-962C-882BA0B8B5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8" name="Bug 26" descr="Defect 2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AD58C020-0E00-43C0-BADD-4A9123DC49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9" name="Bug 27" descr="Defect 2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3711A184-CB59-42FE-8430-69EA9BBBB4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0" name="Bug 28" descr="Defect 2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ED7F1BED-D605-4176-8773-F09B64428C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1" name="Bug 29" descr="Defect 2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CD2F59D4-5B61-4C8B-9447-19A68C231E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2" name="Bug 30" descr="Defect 3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F63641BD-2D8B-4638-A250-F4F3D01F30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3" name="Bug 31" descr="Defect 3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5AC3977-305E-4B42-B746-0F3F2F0053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4" name="Bug 32" descr="Defect 3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C58ED75D-AAD9-4703-B3B0-1F088612FF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5" name="Bug 33" descr="Defect 33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B91CD47D-4B68-4A9E-BDD3-EC055C7CBE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6" name="Bug 34" descr="Defect 34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46FA787-D035-4618-A283-D93D73A9EF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7" name="Bug 35" descr="Defect 35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D57A4646-DD80-4558-90F1-0337D2CA7C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8" name="Bug 36" descr="Defect 36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6B2492F9-3A01-4582-B60B-54BD00DDD4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9" name="Bug 37" descr="Defect 37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12637AF3-81B7-4174-91CC-CB75CF9FBE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0" name="Bug 38" descr="Defect 38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23581299-FC42-437B-975C-C8479A1D89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1" name="Bug 39" descr="Defect 39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925B3AC7-9117-4DBF-B610-B6B469845D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2" name="Bug 40" descr="Defect 40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663FB0D-DC9A-45A8-86FD-31C432DFA4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3" name="Bug 41" descr="Defect 41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7B0FD06D-BF61-44D6-A0CC-831E699934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4" name="Bug 42" descr="Defect 42: original benchmark">
              <a:extLst xmlns:a="http://schemas.openxmlformats.org/drawingml/2006/main">
                <a:ext uri="{FF2B5EF4-FFF2-40B4-BE49-F238E27FC236}">
                  <a16:creationId xmlns:a16="http://schemas.microsoft.com/office/drawing/2014/main" id="{001484CC-4892-45F3-95BC-D2D84718CD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5" name="Bug 43" descr="Defect 4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A21889A3-0F53-4B2E-9AD5-BA8EDEDC82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46" name="Bug 44" descr="Defect 4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05FA84A-2064-43CC-AC8D-90F29B1728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47" name="Bug 45" descr="Defect 4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2EEF955-52D3-49CB-95F9-5B84AF3BFC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48" name="Bug 46" descr="Defect 4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B10FABD-9D3A-428B-A5FB-382D602BA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49" name="Bug 47" descr="Defect 4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F69563A-B7C9-4F55-8F1D-94FA56136A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0" name="Bug 48" descr="Defect 4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59F87E0-1EED-4C11-A1B2-58CE735E51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1" name="Bug 49" descr="Defect 4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4548E893-28FD-4950-90BE-FF48EEF40F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2" name="Bug 50" descr="Defect 5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B3576AE-6F90-42D9-B018-E9037A8D6F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3" name="Bug 51" descr="Defect 5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2CB149F2-1040-4144-8956-A4B46CF6FF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4" name="Bug 52" descr="Defect 5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2022AD2-593C-48E4-BF92-6C1ED887A0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5" name="Bug 53" descr="Defect 5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90BCB04-273E-4A0F-98B4-C4E5BD0470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6" name="Bug 54" descr="Defect 5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ADB6E8F4-8A0E-4DA7-B4DF-49AAF659C3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7" name="Bug 55" descr="Defect 5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6970C33-02D5-4100-BFC4-C25376B1FF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8" name="Bug 56" descr="Defect 5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F3EDD9E-3041-40FB-85CF-B9CDC5B5EB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59" name="Bug 57" descr="Defect 5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4ACFEC31-FC80-4E81-809C-01B9C35B3E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0" name="Bug 58" descr="Defect 5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544C4F5-9429-4134-8910-143518A74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1" name="Bug 59" descr="Defect 5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AE746B3-BA34-4154-BC37-1570468A70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2" name="Bug 60" descr="Defect 6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699E75B-C365-4503-AB53-B586B611A6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3" name="Bug 61" descr="Defect 6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A6B1E42C-7268-492A-841F-E9318EE153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4" name="Bug 62" descr="Defect 6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C15FF7E-BB6A-4296-842F-23F209126F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5" name="Bug 63" descr="Defect 6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3D5B243-53D3-426A-8C35-01AAEA5AAC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6" name="Bug 64" descr="Defect 6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213682C-B1C2-4928-BA5B-FE1FB4933E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7" name="Bug 65" descr="Defect 6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6454439-9A69-4C6E-A9B9-861E075EB7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8" name="Bug 66" descr="Defect 6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A3355A9B-D3E6-473B-80CA-8A13617A11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69" name="Bug 67" descr="Defect 6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0D540DD-DEEE-4128-9BCC-72C273DA59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0" name="Bug 68" descr="Defect 6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6E08B87B-67B8-44B7-B7CE-98CDA90C62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1" name="Bug 69" descr="Defect 6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0A5AE33-C56E-459D-9BF2-A7AC4D9837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2" name="Bug 70" descr="Defect 7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39F5DE3-7576-4D67-9193-C75B748923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3" name="Bug 71" descr="Defect 7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888ACD3D-2D3D-4BAD-8366-ACD7B2B724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4" name="Bug 72" descr="Defect 7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2B778B5-535B-4557-96B7-856C783C1B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5" name="Bug 73" descr="Defect 7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E8A02D8-C591-4F74-9621-108EBFC0A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6" name="Bug 74" descr="Defect 7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2AEC0F46-D1F0-40BE-995F-7EF9347809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7" name="Bug 75" descr="Defect 7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98A5479-ADBA-469B-B7D7-6300C5D4C8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8" name="Bug 76" descr="Defect 7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28CA8366-986C-40D3-A371-436D5F1DC4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79" name="Bug 77" descr="Defect 7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2EDD2A5-6BD7-461F-A533-88E5E70919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0" name="Bug 78" descr="Defect 7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C2B3BD1-879E-455A-9DF7-7858A57799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1" name="Bug 79" descr="Defect 7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6EC72FE0-937C-4D28-9668-7CE0B15DAA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2" name="Bug 80" descr="Defect 8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637BFE2-11CB-4F34-B2A2-915F15E88C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3" name="Bug 81" descr="Defect 8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4CE0BA9D-3DCE-4F91-8E1D-A7C44ED5A0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4" name="Bug 82" descr="Defect 8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8FC632B-9704-42ED-961C-CFAED7F4FA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5" name="Bug 83" descr="Defect 8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F26EB51A-A7FD-4CCD-BF5E-17CB6085D3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6" name="Bug 84" descr="Defect 8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F5854AE-9C85-4F68-9293-3E2FCF7BB9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7" name="Bug 85" descr="Defect 8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8915637-C69A-4247-8915-321461DD5E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8" name="Bug 86" descr="Defect 8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893D73B1-24D1-476E-9A45-E3DAAB9DF3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89" name="Bug 87" descr="Defect 8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C69C1A0-EA84-4B7B-93B8-B4335F4487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0" name="Bug 88" descr="Defect 8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563E223-9138-423E-8E34-3C50CF3FE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1" name="Bug 89" descr="Defect 8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ABFA04EE-34C8-46D5-9314-B4B9219F66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2" name="Bug 90" descr="Defect 9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A91B340-88FA-4923-A298-D5AE204B0D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3" name="Bug 91" descr="Defect 9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6933DD34-BAF6-4883-9A2D-57D62FBCB9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4" name="Bug 92" descr="Defect 9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A304041-88A0-446B-B99F-8DE4091E5E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5" name="Bug 93" descr="Defect 9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0D29638-79AE-4FC7-8FB8-8B5C7D89E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6" name="Bug 94" descr="Defect 9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26D5676-AF4E-48FB-9159-7CCC6A6543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7" name="Bug 95" descr="Defect 9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6ADD8881-1243-4F53-959C-C4DF87853C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8" name="Bug 96" descr="Defect 9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C1F91D3-C169-42D0-A635-858A7640BD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99" name="Bug 97" descr="Defect 9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DCF7985-BC46-41BB-8DDD-2D8A0BEBC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0" name="Bug 98" descr="Defect 9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B75B3D8-1A00-4031-9B32-96477AA15B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1" name="Bug 99" descr="Defect 9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9FCBF2D-AFCC-45BE-8F77-6F36DDA41B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2" name="Bug 100" descr="Defect 10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28FA44AC-4424-4F84-8CB2-797FA0F98B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3" name="Bug 101" descr="Defect 10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682BA330-9E5F-4388-B525-068909A5AF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4" name="Bug 102" descr="Defect 10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6FAD721E-E711-47AA-8B51-72895E4513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5" name="Bug 103" descr="Defect 10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DEFE864-6EA5-4422-BBFB-26692D6B9E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6" name="Bug 104" descr="Defect 10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180B2FE4-8CD6-4AFF-B309-1F68A80B93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7" name="Bug 105" descr="Defect 10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F4FD84BA-1EF7-4454-980E-A3A5CE816D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8" name="Bug 106" descr="Defect 10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47A6183F-3550-4CEE-879C-41F66CD51C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09" name="Bug 107" descr="Defect 10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AC6887D-51C5-4A2F-BBEC-08E97E29D4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0" name="Bug 108" descr="Defect 10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64F3BB4-D3EA-43E0-AFD6-6AD51ADFBF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1" name="Bug 109" descr="Defect 10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D523936-56ED-439C-9D1E-B3964DD5BB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2" name="Bug 110" descr="Defect 11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525ECE5-71A5-4CFC-AC48-8B112C133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3" name="Bug 111" descr="Defect 11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0A75C98-125F-4611-98EF-B0E252D9A4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4" name="Bug 112" descr="Defect 11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8D139CE-B157-4913-B794-E81F526A13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5" name="Bug 113" descr="Defect 11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267725B-FB5A-4DA2-92AF-B0B2B1B424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6" name="Bug 114" descr="Defect 11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F6C6C03-A6AA-495C-87CD-1B2F6FA456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7" name="Bug 115" descr="Defect 11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80D0EB1-ED62-48DE-AFEE-014E88392B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8" name="Bug 116" descr="Defect 11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380C1F7-CC87-4BFC-8FF8-90F802E99A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19" name="Bug 117" descr="Defect 11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BCAD587-459C-4CD4-A086-A6B31DA146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0" name="Bug 118" descr="Defect 11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FE80034-9388-49C8-BC9C-E08A994D7C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1" name="Bug 119" descr="Defect 11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977FCF4-5D15-496F-9D8F-ED5A70ABF4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2" name="Bug 120" descr="Defect 12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2CD7FB57-C26B-4B15-9E1B-576E0463F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3" name="Bug 121" descr="Defect 12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8F1FC265-86F2-4242-BCC2-52EE14E741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4" name="Bug 122" descr="Defect 12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1E524E5-FE96-4B35-9F67-FAA8C0BBB6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5" name="Bug 123" descr="Defect 12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34BED93E-1914-4DDC-A22E-BA1A5552FA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6" name="Bug 124" descr="Defect 12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4FA55F3F-285C-45C1-9744-056B6029C5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7" name="Bug 125" descr="Defect 12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8A9594D6-EC25-4A36-A0C7-1157A528D8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8" name="Bug 126" descr="Defect 12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0FCDB1A-81C8-49AA-AAFE-8F3E0A90C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29" name="Bug 127" descr="Defect 12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C8AA38B-6E1B-4C5E-A66B-85D643B177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0" name="Bug 128" descr="Defect 12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2DC8F01F-6885-47A8-A315-7C83C6C073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1" name="Bug 129" descr="Defect 12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F7C53DCB-E44E-4BB4-89E7-DD69AA32A5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2" name="Bug 130" descr="Defect 13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F1C6646-8565-4C7C-9F90-DA3E40299C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3" name="Bug 131" descr="Defect 13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0954766-E258-4D59-A4D4-B8227F60DA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4" name="Bug 132" descr="Defect 13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E50762F-C0DC-4851-8A00-102678C080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5" name="Bug 133" descr="Defect 13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44D573F9-9A26-43E6-AB8D-E39A51C796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6" name="Bug 134" descr="Defect 13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D3CF206A-63F4-490C-ADE5-425A12D0E2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7" name="Bug 135" descr="Defect 13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188D1AE6-0C8A-494C-AC81-98123CA6E0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8" name="Bug 136" descr="Defect 13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19177140-4F0C-4507-8508-B389D51D22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39" name="Bug 137" descr="Defect 13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8E9288C3-C386-4A87-9A24-B9141906BA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0" name="Bug 138" descr="Defect 138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963E9170-AB76-4374-8311-60E00D8FAB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1" name="Bug 139" descr="Defect 139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0370DDD-5700-4128-8F97-03DD414F43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2" name="Bug 140" descr="Defect 140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5462F31D-B5B8-492F-8982-751191F6E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3" name="Bug 141" descr="Defect 141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0A903581-B27C-437B-BA3C-2905E8383E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4" name="Bug 142" descr="Defect 142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6EEF053-9C3D-434E-80C9-75B39C512A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5" name="Bug 143" descr="Defect 143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EC2BBECE-1712-4104-AC4B-25BEEC3A04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6" name="Bug 144" descr="Defect 144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FE07F6B-CD31-49E5-A427-4F5205210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7" name="Bug 145" descr="Defect 145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C7FDD7BC-48A0-40E5-A4F6-D5695B7C0D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8" name="Bug 146" descr="Defect 146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B230FB27-BEE2-4E2D-A38D-3BF3BB9996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  <p:sp>
          <p:nvSpPr>
            <p:cNvPr id="149" name="Bug 147" descr="Defect 147: additional verified">
              <a:extLst xmlns:a="http://schemas.openxmlformats.org/drawingml/2006/main">
                <a:ext uri="{FF2B5EF4-FFF2-40B4-BE49-F238E27FC236}">
                  <a16:creationId xmlns:a16="http://schemas.microsoft.com/office/drawing/2014/main" id="{7508B60F-CEE0-4791-8C79-58C16319B7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17A43"/>
            </a:solidFill>
            <a:ln xmlns:a="http://schemas.openxmlformats.org/drawingml/2006/main" w="0"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1533178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" name="Bug grid for slide 14" descr="147 editable bug icons"/>
          <p:cNvGrpSpPr/>
          <p:nvPr/>
        </p:nvGrpSpPr>
        <p:grpSpPr>
          <ns1:xfrm xmlns:ns1="http://schemas.openxmlformats.org/drawingml/2006/main">
            <ns1:off x="6484144" y="3156109"/>
            <ns1:ext cx="7274878" cy="3593783"/>
            <ns1:chOff x="6484144" y="3156109"/>
            <ns1:chExt cx="7274878" cy="3593783"/>
          </ns1:xfrm>
        </p:grpSpPr>
        <p:sp>
          <p:nvSpPr>
            <p:cNvPr id="3" name="Bug 1" descr="Defect 1: found">
              <a:extLst xmlns:a="http://schemas.openxmlformats.org/drawingml/2006/main">
                <a:ext uri="{FF2B5EF4-FFF2-40B4-BE49-F238E27FC236}">
                  <a16:creationId xmlns:a16="http://schemas.microsoft.com/office/drawing/2014/main" id="{566650C3-5984-4388-94C6-750C096633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" name="Bug 2" descr="Defect 2: found">
              <a:extLst xmlns:a="http://schemas.openxmlformats.org/drawingml/2006/main">
                <a:ext uri="{FF2B5EF4-FFF2-40B4-BE49-F238E27FC236}">
                  <a16:creationId xmlns:a16="http://schemas.microsoft.com/office/drawing/2014/main" id="{CD7C8677-4660-4D5C-BF32-2AAF2FC90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" name="Bug 3" descr="Defect 3: found">
              <a:extLst xmlns:a="http://schemas.openxmlformats.org/drawingml/2006/main">
                <a:ext uri="{FF2B5EF4-FFF2-40B4-BE49-F238E27FC236}">
                  <a16:creationId xmlns:a16="http://schemas.microsoft.com/office/drawing/2014/main" id="{95CE142B-A91F-49EB-A5CB-98ACC67F8D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" name="Bug 4" descr="Defect 4: found">
              <a:extLst xmlns:a="http://schemas.openxmlformats.org/drawingml/2006/main">
                <a:ext uri="{FF2B5EF4-FFF2-40B4-BE49-F238E27FC236}">
                  <a16:creationId xmlns:a16="http://schemas.microsoft.com/office/drawing/2014/main" id="{F20CA192-9D57-4658-92A7-7E6B26D9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" name="Bug 5" descr="Defect 5: found">
              <a:extLst xmlns:a="http://schemas.openxmlformats.org/drawingml/2006/main">
                <a:ext uri="{FF2B5EF4-FFF2-40B4-BE49-F238E27FC236}">
                  <a16:creationId xmlns:a16="http://schemas.microsoft.com/office/drawing/2014/main" id="{C922448C-D22C-4C37-834F-60E978D16D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" name="Bug 6" descr="Defect 6: found">
              <a:extLst xmlns:a="http://schemas.openxmlformats.org/drawingml/2006/main">
                <a:ext uri="{FF2B5EF4-FFF2-40B4-BE49-F238E27FC236}">
                  <a16:creationId xmlns:a16="http://schemas.microsoft.com/office/drawing/2014/main" id="{D5805498-328B-48D0-8371-5BF72EB1B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9" name="Bug 7" descr="Defect 7: found">
              <a:extLst xmlns:a="http://schemas.openxmlformats.org/drawingml/2006/main">
                <a:ext uri="{FF2B5EF4-FFF2-40B4-BE49-F238E27FC236}">
                  <a16:creationId xmlns:a16="http://schemas.microsoft.com/office/drawing/2014/main" id="{3931A107-4507-4DA6-AD6D-C9B4448895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0" name="Bug 8" descr="Defect 8: found">
              <a:extLst xmlns:a="http://schemas.openxmlformats.org/drawingml/2006/main">
                <a:ext uri="{FF2B5EF4-FFF2-40B4-BE49-F238E27FC236}">
                  <a16:creationId xmlns:a16="http://schemas.microsoft.com/office/drawing/2014/main" id="{BD448BC7-D863-42CF-9BA1-617B9B6C81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1" name="Bug 9" descr="Defect 9: found">
              <a:extLst xmlns:a="http://schemas.openxmlformats.org/drawingml/2006/main">
                <a:ext uri="{FF2B5EF4-FFF2-40B4-BE49-F238E27FC236}">
                  <a16:creationId xmlns:a16="http://schemas.microsoft.com/office/drawing/2014/main" id="{BCF41A94-03A6-4BD8-BF07-4B5C687602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2" name="Bug 10" descr="Defect 10: found">
              <a:extLst xmlns:a="http://schemas.openxmlformats.org/drawingml/2006/main">
                <a:ext uri="{FF2B5EF4-FFF2-40B4-BE49-F238E27FC236}">
                  <a16:creationId xmlns:a16="http://schemas.microsoft.com/office/drawing/2014/main" id="{79CA0E4F-1EAF-4623-9384-19331DCE2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3" name="Bug 11" descr="Defect 11: found">
              <a:extLst xmlns:a="http://schemas.openxmlformats.org/drawingml/2006/main">
                <a:ext uri="{FF2B5EF4-FFF2-40B4-BE49-F238E27FC236}">
                  <a16:creationId xmlns:a16="http://schemas.microsoft.com/office/drawing/2014/main" id="{C8E16463-D322-4B37-A049-DF9FF1F63B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4" name="Bug 12" descr="Defect 12: found">
              <a:extLst xmlns:a="http://schemas.openxmlformats.org/drawingml/2006/main">
                <a:ext uri="{FF2B5EF4-FFF2-40B4-BE49-F238E27FC236}">
                  <a16:creationId xmlns:a16="http://schemas.microsoft.com/office/drawing/2014/main" id="{CB0B3786-FBA5-460A-91FC-5F2A189C5A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5" name="Bug 13" descr="Defect 13: found">
              <a:extLst xmlns:a="http://schemas.openxmlformats.org/drawingml/2006/main">
                <a:ext uri="{FF2B5EF4-FFF2-40B4-BE49-F238E27FC236}">
                  <a16:creationId xmlns:a16="http://schemas.microsoft.com/office/drawing/2014/main" id="{9D9954B6-319F-4C9F-9BCD-15D7EE0665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6" name="Bug 14" descr="Defect 14: found">
              <a:extLst xmlns:a="http://schemas.openxmlformats.org/drawingml/2006/main">
                <a:ext uri="{FF2B5EF4-FFF2-40B4-BE49-F238E27FC236}">
                  <a16:creationId xmlns:a16="http://schemas.microsoft.com/office/drawing/2014/main" id="{9B21C7FC-C2FC-48FA-9C54-9639292777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7" name="Bug 15" descr="Defect 15: found">
              <a:extLst xmlns:a="http://schemas.openxmlformats.org/drawingml/2006/main">
                <a:ext uri="{FF2B5EF4-FFF2-40B4-BE49-F238E27FC236}">
                  <a16:creationId xmlns:a16="http://schemas.microsoft.com/office/drawing/2014/main" id="{8B175480-BD01-4300-83CA-716D5BA59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8" name="Bug 16" descr="Defect 16: found">
              <a:extLst xmlns:a="http://schemas.openxmlformats.org/drawingml/2006/main">
                <a:ext uri="{FF2B5EF4-FFF2-40B4-BE49-F238E27FC236}">
                  <a16:creationId xmlns:a16="http://schemas.microsoft.com/office/drawing/2014/main" id="{48BF228F-ABAB-4B76-BFD9-DB70E7836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19" name="Bug 17" descr="Defect 17: found">
              <a:extLst xmlns:a="http://schemas.openxmlformats.org/drawingml/2006/main">
                <a:ext uri="{FF2B5EF4-FFF2-40B4-BE49-F238E27FC236}">
                  <a16:creationId xmlns:a16="http://schemas.microsoft.com/office/drawing/2014/main" id="{11649FE9-0092-430E-9C81-A64ED29AE9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0" name="Bug 18" descr="Defect 18: found">
              <a:extLst xmlns:a="http://schemas.openxmlformats.org/drawingml/2006/main">
                <a:ext uri="{FF2B5EF4-FFF2-40B4-BE49-F238E27FC236}">
                  <a16:creationId xmlns:a16="http://schemas.microsoft.com/office/drawing/2014/main" id="{D698CBCB-2828-4385-B167-BBB5474CF6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1" name="Bug 19" descr="Defect 19: found">
              <a:extLst xmlns:a="http://schemas.openxmlformats.org/drawingml/2006/main">
                <a:ext uri="{FF2B5EF4-FFF2-40B4-BE49-F238E27FC236}">
                  <a16:creationId xmlns:a16="http://schemas.microsoft.com/office/drawing/2014/main" id="{9E380A30-AADD-47ED-9E4D-DEFA6713A8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2" name="Bug 20" descr="Defect 20: found">
              <a:extLst xmlns:a="http://schemas.openxmlformats.org/drawingml/2006/main">
                <a:ext uri="{FF2B5EF4-FFF2-40B4-BE49-F238E27FC236}">
                  <a16:creationId xmlns:a16="http://schemas.microsoft.com/office/drawing/2014/main" id="{40DD4846-126D-4075-922B-C43F910E1E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3" name="Bug 21" descr="Defect 21: found">
              <a:extLst xmlns:a="http://schemas.openxmlformats.org/drawingml/2006/main">
                <a:ext uri="{FF2B5EF4-FFF2-40B4-BE49-F238E27FC236}">
                  <a16:creationId xmlns:a16="http://schemas.microsoft.com/office/drawing/2014/main" id="{BBFB1A4D-E471-4F5C-97A6-2186FC5E41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31561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4" name="Bug 22" descr="Defect 22: found">
              <a:extLst xmlns:a="http://schemas.openxmlformats.org/drawingml/2006/main">
                <a:ext uri="{FF2B5EF4-FFF2-40B4-BE49-F238E27FC236}">
                  <a16:creationId xmlns:a16="http://schemas.microsoft.com/office/drawing/2014/main" id="{ACA51727-B849-4626-89E2-416CF431E8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5" name="Bug 23" descr="Defect 23: found">
              <a:extLst xmlns:a="http://schemas.openxmlformats.org/drawingml/2006/main">
                <a:ext uri="{FF2B5EF4-FFF2-40B4-BE49-F238E27FC236}">
                  <a16:creationId xmlns:a16="http://schemas.microsoft.com/office/drawing/2014/main" id="{94F78970-DC91-4764-B4BA-0C21D4D3C5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6" name="Bug 24" descr="Defect 24: found">
              <a:extLst xmlns:a="http://schemas.openxmlformats.org/drawingml/2006/main">
                <a:ext uri="{FF2B5EF4-FFF2-40B4-BE49-F238E27FC236}">
                  <a16:creationId xmlns:a16="http://schemas.microsoft.com/office/drawing/2014/main" id="{CF3E40FE-2369-4DCA-AC8C-F2D1F83335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7" name="Bug 25" descr="Defect 25: found">
              <a:extLst xmlns:a="http://schemas.openxmlformats.org/drawingml/2006/main">
                <a:ext uri="{FF2B5EF4-FFF2-40B4-BE49-F238E27FC236}">
                  <a16:creationId xmlns:a16="http://schemas.microsoft.com/office/drawing/2014/main" id="{BD50F235-0DF5-4D4C-A1F4-35343E6BB3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8" name="Bug 26" descr="Defect 26: found">
              <a:extLst xmlns:a="http://schemas.openxmlformats.org/drawingml/2006/main">
                <a:ext uri="{FF2B5EF4-FFF2-40B4-BE49-F238E27FC236}">
                  <a16:creationId xmlns:a16="http://schemas.microsoft.com/office/drawing/2014/main" id="{D48F17F1-E762-4F97-B660-A8ACA7C4C2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29" name="Bug 27" descr="Defect 27: found">
              <a:extLst xmlns:a="http://schemas.openxmlformats.org/drawingml/2006/main">
                <a:ext uri="{FF2B5EF4-FFF2-40B4-BE49-F238E27FC236}">
                  <a16:creationId xmlns:a16="http://schemas.microsoft.com/office/drawing/2014/main" id="{36655283-71E1-4424-B8A3-016AB2AF38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0" name="Bug 28" descr="Defect 28: found">
              <a:extLst xmlns:a="http://schemas.openxmlformats.org/drawingml/2006/main">
                <a:ext uri="{FF2B5EF4-FFF2-40B4-BE49-F238E27FC236}">
                  <a16:creationId xmlns:a16="http://schemas.microsoft.com/office/drawing/2014/main" id="{A2306C34-FA0A-460B-AF12-A6210C0E0B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1" name="Bug 29" descr="Defect 29: found">
              <a:extLst xmlns:a="http://schemas.openxmlformats.org/drawingml/2006/main">
                <a:ext uri="{FF2B5EF4-FFF2-40B4-BE49-F238E27FC236}">
                  <a16:creationId xmlns:a16="http://schemas.microsoft.com/office/drawing/2014/main" id="{9DCFE9FC-6CF6-48CB-8524-0961171151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2" name="Bug 30" descr="Defect 30: found">
              <a:extLst xmlns:a="http://schemas.openxmlformats.org/drawingml/2006/main">
                <a:ext uri="{FF2B5EF4-FFF2-40B4-BE49-F238E27FC236}">
                  <a16:creationId xmlns:a16="http://schemas.microsoft.com/office/drawing/2014/main" id="{A8C45341-8A96-4B5C-8459-1F0D8129BE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3" name="Bug 31" descr="Defect 31: found">
              <a:extLst xmlns:a="http://schemas.openxmlformats.org/drawingml/2006/main">
                <a:ext uri="{FF2B5EF4-FFF2-40B4-BE49-F238E27FC236}">
                  <a16:creationId xmlns:a16="http://schemas.microsoft.com/office/drawing/2014/main" id="{3CAE20BA-B72F-4809-B0D6-4BE0586B21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4" name="Bug 32" descr="Defect 32: found">
              <a:extLst xmlns:a="http://schemas.openxmlformats.org/drawingml/2006/main">
                <a:ext uri="{FF2B5EF4-FFF2-40B4-BE49-F238E27FC236}">
                  <a16:creationId xmlns:a16="http://schemas.microsoft.com/office/drawing/2014/main" id="{9F44A1D1-23B5-40BC-9908-B666A9A0BB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5" name="Bug 33" descr="Defect 33: found">
              <a:extLst xmlns:a="http://schemas.openxmlformats.org/drawingml/2006/main">
                <a:ext uri="{FF2B5EF4-FFF2-40B4-BE49-F238E27FC236}">
                  <a16:creationId xmlns:a16="http://schemas.microsoft.com/office/drawing/2014/main" id="{252D77D3-315B-4576-B157-49DD2270E6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6" name="Bug 34" descr="Defect 34: found">
              <a:extLst xmlns:a="http://schemas.openxmlformats.org/drawingml/2006/main">
                <a:ext uri="{FF2B5EF4-FFF2-40B4-BE49-F238E27FC236}">
                  <a16:creationId xmlns:a16="http://schemas.microsoft.com/office/drawing/2014/main" id="{6A0D5500-9EA9-461C-95F2-DA636C05D1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7" name="Bug 35" descr="Defect 35: found">
              <a:extLst xmlns:a="http://schemas.openxmlformats.org/drawingml/2006/main">
                <a:ext uri="{FF2B5EF4-FFF2-40B4-BE49-F238E27FC236}">
                  <a16:creationId xmlns:a16="http://schemas.microsoft.com/office/drawing/2014/main" id="{497DBAC1-0DDE-4BF8-BF36-199C4F28A8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8" name="Bug 36" descr="Defect 36: found">
              <a:extLst xmlns:a="http://schemas.openxmlformats.org/drawingml/2006/main">
                <a:ext uri="{FF2B5EF4-FFF2-40B4-BE49-F238E27FC236}">
                  <a16:creationId xmlns:a16="http://schemas.microsoft.com/office/drawing/2014/main" id="{972BCDA5-C9EF-4AA2-A30E-83F6F7EC60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39" name="Bug 37" descr="Defect 37: found">
              <a:extLst xmlns:a="http://schemas.openxmlformats.org/drawingml/2006/main">
                <a:ext uri="{FF2B5EF4-FFF2-40B4-BE49-F238E27FC236}">
                  <a16:creationId xmlns:a16="http://schemas.microsoft.com/office/drawing/2014/main" id="{1842FB30-4389-4196-9FC7-A515E58F8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0" name="Bug 38" descr="Defect 38: found">
              <a:extLst xmlns:a="http://schemas.openxmlformats.org/drawingml/2006/main">
                <a:ext uri="{FF2B5EF4-FFF2-40B4-BE49-F238E27FC236}">
                  <a16:creationId xmlns:a16="http://schemas.microsoft.com/office/drawing/2014/main" id="{75B8E6AD-0F5C-4A42-9A5B-BC13B89E50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1" name="Bug 39" descr="Defect 39: found">
              <a:extLst xmlns:a="http://schemas.openxmlformats.org/drawingml/2006/main">
                <a:ext uri="{FF2B5EF4-FFF2-40B4-BE49-F238E27FC236}">
                  <a16:creationId xmlns:a16="http://schemas.microsoft.com/office/drawing/2014/main" id="{68432A9D-38AC-4542-8D48-256A90399A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2" name="Bug 40" descr="Defect 40: found">
              <a:extLst xmlns:a="http://schemas.openxmlformats.org/drawingml/2006/main">
                <a:ext uri="{FF2B5EF4-FFF2-40B4-BE49-F238E27FC236}">
                  <a16:creationId xmlns:a16="http://schemas.microsoft.com/office/drawing/2014/main" id="{B214FA0A-F25C-4C69-A149-95A7DE52FB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3" name="Bug 41" descr="Defect 41: found">
              <a:extLst xmlns:a="http://schemas.openxmlformats.org/drawingml/2006/main">
                <a:ext uri="{FF2B5EF4-FFF2-40B4-BE49-F238E27FC236}">
                  <a16:creationId xmlns:a16="http://schemas.microsoft.com/office/drawing/2014/main" id="{1905A38E-6053-4EF5-B54C-F2A6A544C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4" name="Bug 42" descr="Defect 42: found">
              <a:extLst xmlns:a="http://schemas.openxmlformats.org/drawingml/2006/main">
                <a:ext uri="{FF2B5EF4-FFF2-40B4-BE49-F238E27FC236}">
                  <a16:creationId xmlns:a16="http://schemas.microsoft.com/office/drawing/2014/main" id="{84704B77-F47A-48DE-984F-443DBCBDC7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37098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5" name="Bug 43" descr="Defect 43: found">
              <a:extLst xmlns:a="http://schemas.openxmlformats.org/drawingml/2006/main">
                <a:ext uri="{FF2B5EF4-FFF2-40B4-BE49-F238E27FC236}">
                  <a16:creationId xmlns:a16="http://schemas.microsoft.com/office/drawing/2014/main" id="{FBCC998B-D71D-4E43-9EA1-879F8E3477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6" name="Bug 44" descr="Defect 44: found">
              <a:extLst xmlns:a="http://schemas.openxmlformats.org/drawingml/2006/main">
                <a:ext uri="{FF2B5EF4-FFF2-40B4-BE49-F238E27FC236}">
                  <a16:creationId xmlns:a16="http://schemas.microsoft.com/office/drawing/2014/main" id="{47CD7818-1A59-4EEE-B749-DAE5CE092A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7" name="Bug 45" descr="Defect 45: found">
              <a:extLst xmlns:a="http://schemas.openxmlformats.org/drawingml/2006/main">
                <a:ext uri="{FF2B5EF4-FFF2-40B4-BE49-F238E27FC236}">
                  <a16:creationId xmlns:a16="http://schemas.microsoft.com/office/drawing/2014/main" id="{3F491E0E-89F3-4CCA-84DB-A07E67AAC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8" name="Bug 46" descr="Defect 46: found">
              <a:extLst xmlns:a="http://schemas.openxmlformats.org/drawingml/2006/main">
                <a:ext uri="{FF2B5EF4-FFF2-40B4-BE49-F238E27FC236}">
                  <a16:creationId xmlns:a16="http://schemas.microsoft.com/office/drawing/2014/main" id="{5A777E11-024C-4EFA-9E56-F5C6E08AE5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49" name="Bug 47" descr="Defect 47: found">
              <a:extLst xmlns:a="http://schemas.openxmlformats.org/drawingml/2006/main">
                <a:ext uri="{FF2B5EF4-FFF2-40B4-BE49-F238E27FC236}">
                  <a16:creationId xmlns:a16="http://schemas.microsoft.com/office/drawing/2014/main" id="{8A008C3F-4F5B-412F-859C-BB8068091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0" name="Bug 48" descr="Defect 48: found">
              <a:extLst xmlns:a="http://schemas.openxmlformats.org/drawingml/2006/main">
                <a:ext uri="{FF2B5EF4-FFF2-40B4-BE49-F238E27FC236}">
                  <a16:creationId xmlns:a16="http://schemas.microsoft.com/office/drawing/2014/main" id="{67748250-7E24-43CE-A102-8A9BE39814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1" name="Bug 49" descr="Defect 49: found">
              <a:extLst xmlns:a="http://schemas.openxmlformats.org/drawingml/2006/main">
                <a:ext uri="{FF2B5EF4-FFF2-40B4-BE49-F238E27FC236}">
                  <a16:creationId xmlns:a16="http://schemas.microsoft.com/office/drawing/2014/main" id="{45572468-CC81-43BD-9E51-D7CCCE349E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2" name="Bug 50" descr="Defect 50: found">
              <a:extLst xmlns:a="http://schemas.openxmlformats.org/drawingml/2006/main">
                <a:ext uri="{FF2B5EF4-FFF2-40B4-BE49-F238E27FC236}">
                  <a16:creationId xmlns:a16="http://schemas.microsoft.com/office/drawing/2014/main" id="{2E21F5B5-0D66-4BE2-B5CA-03B20656F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3" name="Bug 51" descr="Defect 51: found">
              <a:extLst xmlns:a="http://schemas.openxmlformats.org/drawingml/2006/main">
                <a:ext uri="{FF2B5EF4-FFF2-40B4-BE49-F238E27FC236}">
                  <a16:creationId xmlns:a16="http://schemas.microsoft.com/office/drawing/2014/main" id="{F46FCB12-3341-4875-AC62-7F244E0D21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4" name="Bug 52" descr="Defect 52: found">
              <a:extLst xmlns:a="http://schemas.openxmlformats.org/drawingml/2006/main">
                <a:ext uri="{FF2B5EF4-FFF2-40B4-BE49-F238E27FC236}">
                  <a16:creationId xmlns:a16="http://schemas.microsoft.com/office/drawing/2014/main" id="{47A4AAF2-C37F-402D-96EB-00072C8336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5" name="Bug 53" descr="Defect 53: found">
              <a:extLst xmlns:a="http://schemas.openxmlformats.org/drawingml/2006/main">
                <a:ext uri="{FF2B5EF4-FFF2-40B4-BE49-F238E27FC236}">
                  <a16:creationId xmlns:a16="http://schemas.microsoft.com/office/drawing/2014/main" id="{F7AA1326-3FD4-4B31-968A-7493C018C9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6" name="Bug 54" descr="Defect 54: found">
              <a:extLst xmlns:a="http://schemas.openxmlformats.org/drawingml/2006/main">
                <a:ext uri="{FF2B5EF4-FFF2-40B4-BE49-F238E27FC236}">
                  <a16:creationId xmlns:a16="http://schemas.microsoft.com/office/drawing/2014/main" id="{716750F4-F328-4D9C-A7AE-31CC13AA12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7" name="Bug 55" descr="Defect 55: found">
              <a:extLst xmlns:a="http://schemas.openxmlformats.org/drawingml/2006/main">
                <a:ext uri="{FF2B5EF4-FFF2-40B4-BE49-F238E27FC236}">
                  <a16:creationId xmlns:a16="http://schemas.microsoft.com/office/drawing/2014/main" id="{0D6E21BD-34C8-461F-89C6-21EBBC928A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8" name="Bug 56" descr="Defect 56: found">
              <a:extLst xmlns:a="http://schemas.openxmlformats.org/drawingml/2006/main">
                <a:ext uri="{FF2B5EF4-FFF2-40B4-BE49-F238E27FC236}">
                  <a16:creationId xmlns:a16="http://schemas.microsoft.com/office/drawing/2014/main" id="{EAACC54A-5F0B-4574-8D45-667A9C86C5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59" name="Bug 57" descr="Defect 57: found">
              <a:extLst xmlns:a="http://schemas.openxmlformats.org/drawingml/2006/main">
                <a:ext uri="{FF2B5EF4-FFF2-40B4-BE49-F238E27FC236}">
                  <a16:creationId xmlns:a16="http://schemas.microsoft.com/office/drawing/2014/main" id="{2DA5A6DE-6E2F-4A45-B3A6-D18163FD77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0" name="Bug 58" descr="Defect 58: found">
              <a:extLst xmlns:a="http://schemas.openxmlformats.org/drawingml/2006/main">
                <a:ext uri="{FF2B5EF4-FFF2-40B4-BE49-F238E27FC236}">
                  <a16:creationId xmlns:a16="http://schemas.microsoft.com/office/drawing/2014/main" id="{D272CF88-8A8B-472C-B3BC-43DDED0A1B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1" name="Bug 59" descr="Defect 59: found">
              <a:extLst xmlns:a="http://schemas.openxmlformats.org/drawingml/2006/main">
                <a:ext uri="{FF2B5EF4-FFF2-40B4-BE49-F238E27FC236}">
                  <a16:creationId xmlns:a16="http://schemas.microsoft.com/office/drawing/2014/main" id="{F01DD52F-5544-42C4-BC4B-2A6F56DC40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2" name="Bug 60" descr="Defect 60: found">
              <a:extLst xmlns:a="http://schemas.openxmlformats.org/drawingml/2006/main">
                <a:ext uri="{FF2B5EF4-FFF2-40B4-BE49-F238E27FC236}">
                  <a16:creationId xmlns:a16="http://schemas.microsoft.com/office/drawing/2014/main" id="{F0DA2951-1209-4EB4-BF4F-8F4D013B44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3" name="Bug 61" descr="Defect 61: found">
              <a:extLst xmlns:a="http://schemas.openxmlformats.org/drawingml/2006/main">
                <a:ext uri="{FF2B5EF4-FFF2-40B4-BE49-F238E27FC236}">
                  <a16:creationId xmlns:a16="http://schemas.microsoft.com/office/drawing/2014/main" id="{E698F049-D387-4E06-80C4-A8FE4AA7AC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4" name="Bug 62" descr="Defect 62: found">
              <a:extLst xmlns:a="http://schemas.openxmlformats.org/drawingml/2006/main">
                <a:ext uri="{FF2B5EF4-FFF2-40B4-BE49-F238E27FC236}">
                  <a16:creationId xmlns:a16="http://schemas.microsoft.com/office/drawing/2014/main" id="{114698AB-6277-4EE7-B72B-744B6C434E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5" name="Bug 63" descr="Defect 63: found">
              <a:extLst xmlns:a="http://schemas.openxmlformats.org/drawingml/2006/main">
                <a:ext uri="{FF2B5EF4-FFF2-40B4-BE49-F238E27FC236}">
                  <a16:creationId xmlns:a16="http://schemas.microsoft.com/office/drawing/2014/main" id="{F5A6292A-FFD8-49A3-AF3B-4FDA8DEB1B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426354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6" name="Bug 64" descr="Defect 64: found">
              <a:extLst xmlns:a="http://schemas.openxmlformats.org/drawingml/2006/main">
                <a:ext uri="{FF2B5EF4-FFF2-40B4-BE49-F238E27FC236}">
                  <a16:creationId xmlns:a16="http://schemas.microsoft.com/office/drawing/2014/main" id="{DEB25DA6-96A0-493B-9DA3-629441E804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7" name="Bug 65" descr="Defect 65: found">
              <a:extLst xmlns:a="http://schemas.openxmlformats.org/drawingml/2006/main">
                <a:ext uri="{FF2B5EF4-FFF2-40B4-BE49-F238E27FC236}">
                  <a16:creationId xmlns:a16="http://schemas.microsoft.com/office/drawing/2014/main" id="{A64AC210-CA1A-45C2-A4DC-D5BF4EF365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8" name="Bug 66" descr="Defect 66: found">
              <a:extLst xmlns:a="http://schemas.openxmlformats.org/drawingml/2006/main">
                <a:ext uri="{FF2B5EF4-FFF2-40B4-BE49-F238E27FC236}">
                  <a16:creationId xmlns:a16="http://schemas.microsoft.com/office/drawing/2014/main" id="{962BC420-C4F3-4749-97BE-447FB6CF80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69" name="Bug 67" descr="Defect 67: found">
              <a:extLst xmlns:a="http://schemas.openxmlformats.org/drawingml/2006/main">
                <a:ext uri="{FF2B5EF4-FFF2-40B4-BE49-F238E27FC236}">
                  <a16:creationId xmlns:a16="http://schemas.microsoft.com/office/drawing/2014/main" id="{638E2868-9F1E-4B41-AAB1-86221DDDD7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0" name="Bug 68" descr="Defect 68: found">
              <a:extLst xmlns:a="http://schemas.openxmlformats.org/drawingml/2006/main">
                <a:ext uri="{FF2B5EF4-FFF2-40B4-BE49-F238E27FC236}">
                  <a16:creationId xmlns:a16="http://schemas.microsoft.com/office/drawing/2014/main" id="{79672F52-FF35-4B40-A2E8-F460D6AE0E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1" name="Bug 69" descr="Defect 69: found">
              <a:extLst xmlns:a="http://schemas.openxmlformats.org/drawingml/2006/main">
                <a:ext uri="{FF2B5EF4-FFF2-40B4-BE49-F238E27FC236}">
                  <a16:creationId xmlns:a16="http://schemas.microsoft.com/office/drawing/2014/main" id="{8166F469-CB6A-4E20-85D8-57C6DC19B1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2" name="Bug 70" descr="Defect 70: found">
              <a:extLst xmlns:a="http://schemas.openxmlformats.org/drawingml/2006/main">
                <a:ext uri="{FF2B5EF4-FFF2-40B4-BE49-F238E27FC236}">
                  <a16:creationId xmlns:a16="http://schemas.microsoft.com/office/drawing/2014/main" id="{42AEEB51-8AA6-4A71-8001-713CCD60D8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3" name="Bug 71" descr="Defect 71: found">
              <a:extLst xmlns:a="http://schemas.openxmlformats.org/drawingml/2006/main">
                <a:ext uri="{FF2B5EF4-FFF2-40B4-BE49-F238E27FC236}">
                  <a16:creationId xmlns:a16="http://schemas.microsoft.com/office/drawing/2014/main" id="{1E137219-1281-4861-BA9E-3684CAE214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4" name="Bug 72" descr="Defect 72: found">
              <a:extLst xmlns:a="http://schemas.openxmlformats.org/drawingml/2006/main">
                <a:ext uri="{FF2B5EF4-FFF2-40B4-BE49-F238E27FC236}">
                  <a16:creationId xmlns:a16="http://schemas.microsoft.com/office/drawing/2014/main" id="{5FB8B02C-D830-429B-AAD1-3CC033F84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5" name="Bug 73" descr="Defect 73: found">
              <a:extLst xmlns:a="http://schemas.openxmlformats.org/drawingml/2006/main">
                <a:ext uri="{FF2B5EF4-FFF2-40B4-BE49-F238E27FC236}">
                  <a16:creationId xmlns:a16="http://schemas.microsoft.com/office/drawing/2014/main" id="{1E49DA51-D9B4-4C53-B85D-638468020D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6" name="Bug 74" descr="Defect 74: found">
              <a:extLst xmlns:a="http://schemas.openxmlformats.org/drawingml/2006/main">
                <a:ext uri="{FF2B5EF4-FFF2-40B4-BE49-F238E27FC236}">
                  <a16:creationId xmlns:a16="http://schemas.microsoft.com/office/drawing/2014/main" id="{43F8A991-84D8-4E85-B244-8EFF2EAF89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7" name="Bug 75" descr="Defect 75: found">
              <a:extLst xmlns:a="http://schemas.openxmlformats.org/drawingml/2006/main">
                <a:ext uri="{FF2B5EF4-FFF2-40B4-BE49-F238E27FC236}">
                  <a16:creationId xmlns:a16="http://schemas.microsoft.com/office/drawing/2014/main" id="{5BCF698B-3963-45B0-98EF-BCDC148C4D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8" name="Bug 76" descr="Defect 76: found">
              <a:extLst xmlns:a="http://schemas.openxmlformats.org/drawingml/2006/main">
                <a:ext uri="{FF2B5EF4-FFF2-40B4-BE49-F238E27FC236}">
                  <a16:creationId xmlns:a16="http://schemas.microsoft.com/office/drawing/2014/main" id="{382C5CE6-129A-4F39-96C3-675EED8B86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79" name="Bug 77" descr="Defect 77: found">
              <a:extLst xmlns:a="http://schemas.openxmlformats.org/drawingml/2006/main">
                <a:ext uri="{FF2B5EF4-FFF2-40B4-BE49-F238E27FC236}">
                  <a16:creationId xmlns:a16="http://schemas.microsoft.com/office/drawing/2014/main" id="{4621DD9E-4090-4A9F-AD88-C2423E02E1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0" name="Bug 78" descr="Defect 78: found">
              <a:extLst xmlns:a="http://schemas.openxmlformats.org/drawingml/2006/main">
                <a:ext uri="{FF2B5EF4-FFF2-40B4-BE49-F238E27FC236}">
                  <a16:creationId xmlns:a16="http://schemas.microsoft.com/office/drawing/2014/main" id="{2EDD762B-74DB-4C04-97F6-3633263F8B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1" name="Bug 79" descr="Defect 79: found">
              <a:extLst xmlns:a="http://schemas.openxmlformats.org/drawingml/2006/main">
                <a:ext uri="{FF2B5EF4-FFF2-40B4-BE49-F238E27FC236}">
                  <a16:creationId xmlns:a16="http://schemas.microsoft.com/office/drawing/2014/main" id="{43A95ABD-B486-41A7-B9A8-3B3EFBE8AD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2" name="Bug 80" descr="Defect 80: found">
              <a:extLst xmlns:a="http://schemas.openxmlformats.org/drawingml/2006/main">
                <a:ext uri="{FF2B5EF4-FFF2-40B4-BE49-F238E27FC236}">
                  <a16:creationId xmlns:a16="http://schemas.microsoft.com/office/drawing/2014/main" id="{1713421D-516F-4934-97A0-D6EE1B0518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3" name="Bug 81" descr="Defect 81: found">
              <a:extLst xmlns:a="http://schemas.openxmlformats.org/drawingml/2006/main">
                <a:ext uri="{FF2B5EF4-FFF2-40B4-BE49-F238E27FC236}">
                  <a16:creationId xmlns:a16="http://schemas.microsoft.com/office/drawing/2014/main" id="{9C40A2DE-B404-4FCE-AAC2-257C4F9495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4" name="Bug 82" descr="Defect 82: found">
              <a:extLst xmlns:a="http://schemas.openxmlformats.org/drawingml/2006/main">
                <a:ext uri="{FF2B5EF4-FFF2-40B4-BE49-F238E27FC236}">
                  <a16:creationId xmlns:a16="http://schemas.microsoft.com/office/drawing/2014/main" id="{ABEF330D-A5E7-448D-81FA-F52D871089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5" name="Bug 83" descr="Defect 83: found">
              <a:extLst xmlns:a="http://schemas.openxmlformats.org/drawingml/2006/main">
                <a:ext uri="{FF2B5EF4-FFF2-40B4-BE49-F238E27FC236}">
                  <a16:creationId xmlns:a16="http://schemas.microsoft.com/office/drawing/2014/main" id="{CE7CCE4F-F207-4011-8849-B883DEE060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6" name="Bug 84" descr="Defect 84: found">
              <a:extLst xmlns:a="http://schemas.openxmlformats.org/drawingml/2006/main">
                <a:ext uri="{FF2B5EF4-FFF2-40B4-BE49-F238E27FC236}">
                  <a16:creationId xmlns:a16="http://schemas.microsoft.com/office/drawing/2014/main" id="{906D13BA-DBE3-4641-98A9-B1E69084D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481726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7" name="Bug 85" descr="Defect 85: found">
              <a:extLst xmlns:a="http://schemas.openxmlformats.org/drawingml/2006/main">
                <a:ext uri="{FF2B5EF4-FFF2-40B4-BE49-F238E27FC236}">
                  <a16:creationId xmlns:a16="http://schemas.microsoft.com/office/drawing/2014/main" id="{C86AB8A2-10B7-4912-9FF8-5F46D62A69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8" name="Bug 86" descr="Defect 86: found">
              <a:extLst xmlns:a="http://schemas.openxmlformats.org/drawingml/2006/main">
                <a:ext uri="{FF2B5EF4-FFF2-40B4-BE49-F238E27FC236}">
                  <a16:creationId xmlns:a16="http://schemas.microsoft.com/office/drawing/2014/main" id="{B2B3AE58-1A0D-492C-95DF-19DDAFDEDF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89" name="Bug 87" descr="Defect 87: found">
              <a:extLst xmlns:a="http://schemas.openxmlformats.org/drawingml/2006/main">
                <a:ext uri="{FF2B5EF4-FFF2-40B4-BE49-F238E27FC236}">
                  <a16:creationId xmlns:a16="http://schemas.microsoft.com/office/drawing/2014/main" id="{D4BD5F97-1599-4E70-A325-6E9C23BB36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90" name="Bug 88" descr="Defect 88: found">
              <a:extLst xmlns:a="http://schemas.openxmlformats.org/drawingml/2006/main">
                <a:ext uri="{FF2B5EF4-FFF2-40B4-BE49-F238E27FC236}">
                  <a16:creationId xmlns:a16="http://schemas.microsoft.com/office/drawing/2014/main" id="{16694CCD-312A-457D-88CC-8ECAAF4A0B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F4F1E9"/>
            </a:solidFill>
            <a:ln xmlns:a="http://schemas.openxmlformats.org/drawingml/2006/main" w="0">
              <a:noFill/>
            </a:ln>
          </p:spPr>
        </p:sp>
        <p:sp>
          <p:nvSpPr>
            <p:cNvPr id="91" name="Bug 89" descr="Defect 89: missed">
              <a:extLst xmlns:a="http://schemas.openxmlformats.org/drawingml/2006/main">
                <a:ext uri="{FF2B5EF4-FFF2-40B4-BE49-F238E27FC236}">
                  <a16:creationId xmlns:a16="http://schemas.microsoft.com/office/drawing/2014/main" id="{3B5FD19F-A18D-4729-95D5-DDF1369BFE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2" name="Bug 90" descr="Defect 90: missed">
              <a:extLst xmlns:a="http://schemas.openxmlformats.org/drawingml/2006/main">
                <a:ext uri="{FF2B5EF4-FFF2-40B4-BE49-F238E27FC236}">
                  <a16:creationId xmlns:a16="http://schemas.microsoft.com/office/drawing/2014/main" id="{3E1FFD85-D18E-454E-9AEC-2EC9538BC2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3" name="Bug 91" descr="Defect 91: missed">
              <a:extLst xmlns:a="http://schemas.openxmlformats.org/drawingml/2006/main">
                <a:ext uri="{FF2B5EF4-FFF2-40B4-BE49-F238E27FC236}">
                  <a16:creationId xmlns:a16="http://schemas.microsoft.com/office/drawing/2014/main" id="{FB65EAAA-055E-4FAF-93D4-C52BB697CD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4" name="Bug 92" descr="Defect 92: missed">
              <a:extLst xmlns:a="http://schemas.openxmlformats.org/drawingml/2006/main">
                <a:ext uri="{FF2B5EF4-FFF2-40B4-BE49-F238E27FC236}">
                  <a16:creationId xmlns:a16="http://schemas.microsoft.com/office/drawing/2014/main" id="{4606F8C6-E055-4940-9A6D-3935761575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5" name="Bug 93" descr="Defect 93: missed">
              <a:extLst xmlns:a="http://schemas.openxmlformats.org/drawingml/2006/main">
                <a:ext uri="{FF2B5EF4-FFF2-40B4-BE49-F238E27FC236}">
                  <a16:creationId xmlns:a16="http://schemas.microsoft.com/office/drawing/2014/main" id="{3C90B07B-594E-40B4-9427-9527FBD0A4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6" name="Bug 94" descr="Defect 94: missed">
              <a:extLst xmlns:a="http://schemas.openxmlformats.org/drawingml/2006/main">
                <a:ext uri="{FF2B5EF4-FFF2-40B4-BE49-F238E27FC236}">
                  <a16:creationId xmlns:a16="http://schemas.microsoft.com/office/drawing/2014/main" id="{7BEC3B9C-22D6-4C9B-A092-4620DC2C8B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7" name="Bug 95" descr="Defect 95: missed">
              <a:extLst xmlns:a="http://schemas.openxmlformats.org/drawingml/2006/main">
                <a:ext uri="{FF2B5EF4-FFF2-40B4-BE49-F238E27FC236}">
                  <a16:creationId xmlns:a16="http://schemas.microsoft.com/office/drawing/2014/main" id="{2E962EAC-8143-48A9-8DB4-A2E92C4E4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8" name="Bug 96" descr="Defect 96: missed">
              <a:extLst xmlns:a="http://schemas.openxmlformats.org/drawingml/2006/main">
                <a:ext uri="{FF2B5EF4-FFF2-40B4-BE49-F238E27FC236}">
                  <a16:creationId xmlns:a16="http://schemas.microsoft.com/office/drawing/2014/main" id="{6DD682BF-2BBE-41BD-B2D6-0530B4A02C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99" name="Bug 97" descr="Defect 97: missed">
              <a:extLst xmlns:a="http://schemas.openxmlformats.org/drawingml/2006/main">
                <a:ext uri="{FF2B5EF4-FFF2-40B4-BE49-F238E27FC236}">
                  <a16:creationId xmlns:a16="http://schemas.microsoft.com/office/drawing/2014/main" id="{389919F7-698E-4338-9925-DAFBA41BB6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0" name="Bug 98" descr="Defect 98: missed">
              <a:extLst xmlns:a="http://schemas.openxmlformats.org/drawingml/2006/main">
                <a:ext uri="{FF2B5EF4-FFF2-40B4-BE49-F238E27FC236}">
                  <a16:creationId xmlns:a16="http://schemas.microsoft.com/office/drawing/2014/main" id="{DA882235-EB74-4AFD-A154-D70FA697C2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1" name="Bug 99" descr="Defect 99: missed">
              <a:extLst xmlns:a="http://schemas.openxmlformats.org/drawingml/2006/main">
                <a:ext uri="{FF2B5EF4-FFF2-40B4-BE49-F238E27FC236}">
                  <a16:creationId xmlns:a16="http://schemas.microsoft.com/office/drawing/2014/main" id="{BF394170-4008-4C9A-8E95-C98110DABE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2" name="Bug 100" descr="Defect 100: missed">
              <a:extLst xmlns:a="http://schemas.openxmlformats.org/drawingml/2006/main">
                <a:ext uri="{FF2B5EF4-FFF2-40B4-BE49-F238E27FC236}">
                  <a16:creationId xmlns:a16="http://schemas.microsoft.com/office/drawing/2014/main" id="{9C80719B-8BC5-476E-A88F-2CAC2ACE44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3" name="Bug 101" descr="Defect 101: missed">
              <a:extLst xmlns:a="http://schemas.openxmlformats.org/drawingml/2006/main">
                <a:ext uri="{FF2B5EF4-FFF2-40B4-BE49-F238E27FC236}">
                  <a16:creationId xmlns:a16="http://schemas.microsoft.com/office/drawing/2014/main" id="{22555356-6530-45DC-A7C2-24B6FB1C0B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4" name="Bug 102" descr="Defect 102: missed">
              <a:extLst xmlns:a="http://schemas.openxmlformats.org/drawingml/2006/main">
                <a:ext uri="{FF2B5EF4-FFF2-40B4-BE49-F238E27FC236}">
                  <a16:creationId xmlns:a16="http://schemas.microsoft.com/office/drawing/2014/main" id="{53C6107A-FA25-4B9C-9AAA-91A7703F65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5" name="Bug 103" descr="Defect 103: missed">
              <a:extLst xmlns:a="http://schemas.openxmlformats.org/drawingml/2006/main">
                <a:ext uri="{FF2B5EF4-FFF2-40B4-BE49-F238E27FC236}">
                  <a16:creationId xmlns:a16="http://schemas.microsoft.com/office/drawing/2014/main" id="{D065E388-D5BC-4C1A-AD38-83210B8312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6" name="Bug 104" descr="Defect 104: missed">
              <a:extLst xmlns:a="http://schemas.openxmlformats.org/drawingml/2006/main">
                <a:ext uri="{FF2B5EF4-FFF2-40B4-BE49-F238E27FC236}">
                  <a16:creationId xmlns:a16="http://schemas.microsoft.com/office/drawing/2014/main" id="{D6097BC5-4D95-484A-856C-DAD77B44DE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7" name="Bug 105" descr="Defect 105: missed">
              <a:extLst xmlns:a="http://schemas.openxmlformats.org/drawingml/2006/main">
                <a:ext uri="{FF2B5EF4-FFF2-40B4-BE49-F238E27FC236}">
                  <a16:creationId xmlns:a16="http://schemas.microsoft.com/office/drawing/2014/main" id="{1B214E3C-846C-4932-8848-EF44081688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537098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8" name="Bug 106" descr="Defect 106: missed">
              <a:extLst xmlns:a="http://schemas.openxmlformats.org/drawingml/2006/main">
                <a:ext uri="{FF2B5EF4-FFF2-40B4-BE49-F238E27FC236}">
                  <a16:creationId xmlns:a16="http://schemas.microsoft.com/office/drawing/2014/main" id="{F42E80E4-84DB-4271-95DE-2AE383D758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09" name="Bug 107" descr="Defect 107: missed">
              <a:extLst xmlns:a="http://schemas.openxmlformats.org/drawingml/2006/main">
                <a:ext uri="{FF2B5EF4-FFF2-40B4-BE49-F238E27FC236}">
                  <a16:creationId xmlns:a16="http://schemas.microsoft.com/office/drawing/2014/main" id="{2173B415-C3F6-4106-8B05-0206E01C73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0" name="Bug 108" descr="Defect 108: missed">
              <a:extLst xmlns:a="http://schemas.openxmlformats.org/drawingml/2006/main">
                <a:ext uri="{FF2B5EF4-FFF2-40B4-BE49-F238E27FC236}">
                  <a16:creationId xmlns:a16="http://schemas.microsoft.com/office/drawing/2014/main" id="{27D4520B-E58C-4FED-B623-E7AB66655F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1" name="Bug 109" descr="Defect 109: missed">
              <a:extLst xmlns:a="http://schemas.openxmlformats.org/drawingml/2006/main">
                <a:ext uri="{FF2B5EF4-FFF2-40B4-BE49-F238E27FC236}">
                  <a16:creationId xmlns:a16="http://schemas.microsoft.com/office/drawing/2014/main" id="{778E89AD-CD1A-4DFE-9A0B-444551E94F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2" name="Bug 110" descr="Defect 110: missed">
              <a:extLst xmlns:a="http://schemas.openxmlformats.org/drawingml/2006/main">
                <a:ext uri="{FF2B5EF4-FFF2-40B4-BE49-F238E27FC236}">
                  <a16:creationId xmlns:a16="http://schemas.microsoft.com/office/drawing/2014/main" id="{CD31FCD6-DD7A-4924-8896-63AB422243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3" name="Bug 111" descr="Defect 111: missed">
              <a:extLst xmlns:a="http://schemas.openxmlformats.org/drawingml/2006/main">
                <a:ext uri="{FF2B5EF4-FFF2-40B4-BE49-F238E27FC236}">
                  <a16:creationId xmlns:a16="http://schemas.microsoft.com/office/drawing/2014/main" id="{D63A4555-8875-460F-829F-E1388B199A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4" name="Bug 112" descr="Defect 112: missed">
              <a:extLst xmlns:a="http://schemas.openxmlformats.org/drawingml/2006/main">
                <a:ext uri="{FF2B5EF4-FFF2-40B4-BE49-F238E27FC236}">
                  <a16:creationId xmlns:a16="http://schemas.microsoft.com/office/drawing/2014/main" id="{E28A39C2-02BE-4154-B12D-F156C22BC7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5" name="Bug 113" descr="Defect 113: missed">
              <a:extLst xmlns:a="http://schemas.openxmlformats.org/drawingml/2006/main">
                <a:ext uri="{FF2B5EF4-FFF2-40B4-BE49-F238E27FC236}">
                  <a16:creationId xmlns:a16="http://schemas.microsoft.com/office/drawing/2014/main" id="{150E8266-EFD1-495D-B96D-CEFD42F4AA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6" name="Bug 114" descr="Defect 114: missed">
              <a:extLst xmlns:a="http://schemas.openxmlformats.org/drawingml/2006/main">
                <a:ext uri="{FF2B5EF4-FFF2-40B4-BE49-F238E27FC236}">
                  <a16:creationId xmlns:a16="http://schemas.microsoft.com/office/drawing/2014/main" id="{BEEF07F3-3F0C-4C41-8E48-133E7BCAE3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7" name="Bug 115" descr="Defect 115: missed">
              <a:extLst xmlns:a="http://schemas.openxmlformats.org/drawingml/2006/main">
                <a:ext uri="{FF2B5EF4-FFF2-40B4-BE49-F238E27FC236}">
                  <a16:creationId xmlns:a16="http://schemas.microsoft.com/office/drawing/2014/main" id="{8E90A92D-3494-4E6B-98F1-C6087088CB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8" name="Bug 116" descr="Defect 116: missed">
              <a:extLst xmlns:a="http://schemas.openxmlformats.org/drawingml/2006/main">
                <a:ext uri="{FF2B5EF4-FFF2-40B4-BE49-F238E27FC236}">
                  <a16:creationId xmlns:a16="http://schemas.microsoft.com/office/drawing/2014/main" id="{1E42A6DD-B2E9-4188-A295-43545968BA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19" name="Bug 117" descr="Defect 117: missed">
              <a:extLst xmlns:a="http://schemas.openxmlformats.org/drawingml/2006/main">
                <a:ext uri="{FF2B5EF4-FFF2-40B4-BE49-F238E27FC236}">
                  <a16:creationId xmlns:a16="http://schemas.microsoft.com/office/drawing/2014/main" id="{D4527AE1-EB16-48DC-88C7-E2336CA04B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0" name="Bug 118" descr="Defect 118: missed">
              <a:extLst xmlns:a="http://schemas.openxmlformats.org/drawingml/2006/main">
                <a:ext uri="{FF2B5EF4-FFF2-40B4-BE49-F238E27FC236}">
                  <a16:creationId xmlns:a16="http://schemas.microsoft.com/office/drawing/2014/main" id="{97260C7F-5370-496C-B986-987282ABA5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1" name="Bug 119" descr="Defect 119: missed">
              <a:extLst xmlns:a="http://schemas.openxmlformats.org/drawingml/2006/main">
                <a:ext uri="{FF2B5EF4-FFF2-40B4-BE49-F238E27FC236}">
                  <a16:creationId xmlns:a16="http://schemas.microsoft.com/office/drawing/2014/main" id="{89D3F459-2BD3-4348-BDB1-AB293EFD92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2" name="Bug 120" descr="Defect 120: missed">
              <a:extLst xmlns:a="http://schemas.openxmlformats.org/drawingml/2006/main">
                <a:ext uri="{FF2B5EF4-FFF2-40B4-BE49-F238E27FC236}">
                  <a16:creationId xmlns:a16="http://schemas.microsoft.com/office/drawing/2014/main" id="{33600021-5605-448F-B11C-80D49BA08E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3" name="Bug 121" descr="Defect 121: missed">
              <a:extLst xmlns:a="http://schemas.openxmlformats.org/drawingml/2006/main">
                <a:ext uri="{FF2B5EF4-FFF2-40B4-BE49-F238E27FC236}">
                  <a16:creationId xmlns:a16="http://schemas.microsoft.com/office/drawing/2014/main" id="{1C084133-49C1-404A-AB15-445B9C675F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4" name="Bug 122" descr="Defect 122: missed">
              <a:extLst xmlns:a="http://schemas.openxmlformats.org/drawingml/2006/main">
                <a:ext uri="{FF2B5EF4-FFF2-40B4-BE49-F238E27FC236}">
                  <a16:creationId xmlns:a16="http://schemas.microsoft.com/office/drawing/2014/main" id="{86BAA58B-0889-4095-A956-6C9726CE4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5" name="Bug 123" descr="Defect 123: missed">
              <a:extLst xmlns:a="http://schemas.openxmlformats.org/drawingml/2006/main">
                <a:ext uri="{FF2B5EF4-FFF2-40B4-BE49-F238E27FC236}">
                  <a16:creationId xmlns:a16="http://schemas.microsoft.com/office/drawing/2014/main" id="{02269345-345C-4CAE-A748-5476B23AD4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6" name="Bug 124" descr="Defect 124: missed">
              <a:extLst xmlns:a="http://schemas.openxmlformats.org/drawingml/2006/main">
                <a:ext uri="{FF2B5EF4-FFF2-40B4-BE49-F238E27FC236}">
                  <a16:creationId xmlns:a16="http://schemas.microsoft.com/office/drawing/2014/main" id="{DCF80608-87BB-4904-B192-B5EE4E4064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7" name="Bug 125" descr="Defect 125: missed">
              <a:extLst xmlns:a="http://schemas.openxmlformats.org/drawingml/2006/main">
                <a:ext uri="{FF2B5EF4-FFF2-40B4-BE49-F238E27FC236}">
                  <a16:creationId xmlns:a16="http://schemas.microsoft.com/office/drawing/2014/main" id="{EBDB4084-2CCE-456E-A60B-B7BA08A6DE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8" name="Bug 126" descr="Defect 126: missed">
              <a:extLst xmlns:a="http://schemas.openxmlformats.org/drawingml/2006/main">
                <a:ext uri="{FF2B5EF4-FFF2-40B4-BE49-F238E27FC236}">
                  <a16:creationId xmlns:a16="http://schemas.microsoft.com/office/drawing/2014/main" id="{D69E278A-A788-46BC-A458-2513E65A12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592470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29" name="Bug 127" descr="Defect 127: missed">
              <a:extLst xmlns:a="http://schemas.openxmlformats.org/drawingml/2006/main">
                <a:ext uri="{FF2B5EF4-FFF2-40B4-BE49-F238E27FC236}">
                  <a16:creationId xmlns:a16="http://schemas.microsoft.com/office/drawing/2014/main" id="{0E2F7040-6C6C-4E08-ACF6-F279955F3E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84144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0" name="Bug 128" descr="Defect 128: missed">
              <a:extLst xmlns:a="http://schemas.openxmlformats.org/drawingml/2006/main">
                <a:ext uri="{FF2B5EF4-FFF2-40B4-BE49-F238E27FC236}">
                  <a16:creationId xmlns:a16="http://schemas.microsoft.com/office/drawing/2014/main" id="{ED16F46C-54E1-475B-83E4-008644F7F4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5267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1" name="Bug 129" descr="Defect 129: missed">
              <a:extLst xmlns:a="http://schemas.openxmlformats.org/drawingml/2006/main">
                <a:ext uri="{FF2B5EF4-FFF2-40B4-BE49-F238E27FC236}">
                  <a16:creationId xmlns:a16="http://schemas.microsoft.com/office/drawing/2014/main" id="{38520344-4C62-4071-892D-C821908385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8639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2" name="Bug 130" descr="Defect 130: missed">
              <a:extLst xmlns:a="http://schemas.openxmlformats.org/drawingml/2006/main">
                <a:ext uri="{FF2B5EF4-FFF2-40B4-BE49-F238E27FC236}">
                  <a16:creationId xmlns:a16="http://schemas.microsoft.com/office/drawing/2014/main" id="{18F04CBF-B36E-40CD-9E08-9AF505B08A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37514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3" name="Bug 131" descr="Defect 131: missed">
              <a:extLst xmlns:a="http://schemas.openxmlformats.org/drawingml/2006/main">
                <a:ext uri="{FF2B5EF4-FFF2-40B4-BE49-F238E27FC236}">
                  <a16:creationId xmlns:a16="http://schemas.microsoft.com/office/drawing/2014/main" id="{4F0B04E7-5291-47EF-9ACD-B04C6B8D0C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8637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4" name="Bug 132" descr="Defect 132: missed">
              <a:extLst xmlns:a="http://schemas.openxmlformats.org/drawingml/2006/main">
                <a:ext uri="{FF2B5EF4-FFF2-40B4-BE49-F238E27FC236}">
                  <a16:creationId xmlns:a16="http://schemas.microsoft.com/office/drawing/2014/main" id="{36989296-B5C8-49F6-ABF5-084C4626E9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76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5" name="Bug 133" descr="Defect 133: missed">
              <a:extLst xmlns:a="http://schemas.openxmlformats.org/drawingml/2006/main">
                <a:ext uri="{FF2B5EF4-FFF2-40B4-BE49-F238E27FC236}">
                  <a16:creationId xmlns:a16="http://schemas.microsoft.com/office/drawing/2014/main" id="{FDABDD85-D068-4E80-A44F-8AE0C6B365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088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6" name="Bug 134" descr="Defect 134: missed">
              <a:extLst xmlns:a="http://schemas.openxmlformats.org/drawingml/2006/main">
                <a:ext uri="{FF2B5EF4-FFF2-40B4-BE49-F238E27FC236}">
                  <a16:creationId xmlns:a16="http://schemas.microsoft.com/office/drawing/2014/main" id="{F3FB5B02-1EC4-4BF7-95BC-549D48D706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42007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7" name="Bug 135" descr="Defect 135: missed">
              <a:extLst xmlns:a="http://schemas.openxmlformats.org/drawingml/2006/main">
                <a:ext uri="{FF2B5EF4-FFF2-40B4-BE49-F238E27FC236}">
                  <a16:creationId xmlns:a16="http://schemas.microsoft.com/office/drawing/2014/main" id="{2B1A79FC-1175-4C1B-8AF5-D2F77CEE6E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313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8" name="Bug 136" descr="Defect 136: missed">
              <a:extLst xmlns:a="http://schemas.openxmlformats.org/drawingml/2006/main">
                <a:ext uri="{FF2B5EF4-FFF2-40B4-BE49-F238E27FC236}">
                  <a16:creationId xmlns:a16="http://schemas.microsoft.com/office/drawing/2014/main" id="{2CDBDA3F-7A76-475B-9F1B-33D46849E2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4425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39" name="Bug 137" descr="Defect 137: missed">
              <a:extLst xmlns:a="http://schemas.openxmlformats.org/drawingml/2006/main">
                <a:ext uri="{FF2B5EF4-FFF2-40B4-BE49-F238E27FC236}">
                  <a16:creationId xmlns:a16="http://schemas.microsoft.com/office/drawing/2014/main" id="{4BFEC18B-E181-4DBC-A010-D2FCF7DBB2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537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0" name="Bug 138" descr="Defect 138: missed">
              <a:extLst xmlns:a="http://schemas.openxmlformats.org/drawingml/2006/main">
                <a:ext uri="{FF2B5EF4-FFF2-40B4-BE49-F238E27FC236}">
                  <a16:creationId xmlns:a16="http://schemas.microsoft.com/office/drawing/2014/main" id="{CF2CCECB-106D-4688-9080-4E017FE7EA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46500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1" name="Bug 139" descr="Defect 139: missed">
              <a:extLst xmlns:a="http://schemas.openxmlformats.org/drawingml/2006/main">
                <a:ext uri="{FF2B5EF4-FFF2-40B4-BE49-F238E27FC236}">
                  <a16:creationId xmlns:a16="http://schemas.microsoft.com/office/drawing/2014/main" id="{5123EB90-93DF-4EEE-B341-42AEA2EB06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9762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2" name="Bug 140" descr="Defect 140: missed">
              <a:extLst xmlns:a="http://schemas.openxmlformats.org/drawingml/2006/main">
                <a:ext uri="{FF2B5EF4-FFF2-40B4-BE49-F238E27FC236}">
                  <a16:creationId xmlns:a16="http://schemas.microsoft.com/office/drawing/2014/main" id="{02438AA6-1429-4FC6-8C56-1ABE6DD246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4874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3" name="Bug 141" descr="Defect 141: missed">
              <a:extLst xmlns:a="http://schemas.openxmlformats.org/drawingml/2006/main">
                <a:ext uri="{FF2B5EF4-FFF2-40B4-BE49-F238E27FC236}">
                  <a16:creationId xmlns:a16="http://schemas.microsoft.com/office/drawing/2014/main" id="{689FB724-82B5-4EE2-B39E-D4253B7792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99869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4" name="Bug 142" descr="Defect 142: missed">
              <a:extLst xmlns:a="http://schemas.openxmlformats.org/drawingml/2006/main">
                <a:ext uri="{FF2B5EF4-FFF2-40B4-BE49-F238E27FC236}">
                  <a16:creationId xmlns:a16="http://schemas.microsoft.com/office/drawing/2014/main" id="{751237C3-1780-452A-9B71-B869CC0E00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50993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5" name="Bug 143" descr="Defect 143: missed">
              <a:extLst xmlns:a="http://schemas.openxmlformats.org/drawingml/2006/main">
                <a:ext uri="{FF2B5EF4-FFF2-40B4-BE49-F238E27FC236}">
                  <a16:creationId xmlns:a16="http://schemas.microsoft.com/office/drawing/2014/main" id="{A4F4DB1F-7775-42F1-82EB-08CDE9BA13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0211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6" name="Bug 144" descr="Defect 144: missed">
              <a:extLst xmlns:a="http://schemas.openxmlformats.org/drawingml/2006/main">
                <a:ext uri="{FF2B5EF4-FFF2-40B4-BE49-F238E27FC236}">
                  <a16:creationId xmlns:a16="http://schemas.microsoft.com/office/drawing/2014/main" id="{17422951-00AD-4806-B97B-30DA6A7DA4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53239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7" name="Bug 145" descr="Defect 145: missed">
              <a:extLst xmlns:a="http://schemas.openxmlformats.org/drawingml/2006/main">
                <a:ext uri="{FF2B5EF4-FFF2-40B4-BE49-F238E27FC236}">
                  <a16:creationId xmlns:a16="http://schemas.microsoft.com/office/drawing/2014/main" id="{9188DBE3-87C0-4B9F-ABC1-3BFA7A966F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4362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8" name="Bug 146" descr="Defect 146: missed">
              <a:extLst xmlns:a="http://schemas.openxmlformats.org/drawingml/2006/main">
                <a:ext uri="{FF2B5EF4-FFF2-40B4-BE49-F238E27FC236}">
                  <a16:creationId xmlns:a16="http://schemas.microsoft.com/office/drawing/2014/main" id="{CEE6A2D2-C908-4CB5-A561-3E93644D58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55486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  <p:sp>
          <p:nvSpPr>
            <p:cNvPr id="149" name="Bug 147" descr="Defect 147: missed">
              <a:extLst xmlns:a="http://schemas.openxmlformats.org/drawingml/2006/main">
                <a:ext uri="{FF2B5EF4-FFF2-40B4-BE49-F238E27FC236}">
                  <a16:creationId xmlns:a16="http://schemas.microsoft.com/office/drawing/2014/main" id="{CBE396CF-178F-4537-B073-73D01C7E8F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506609" y="6478429"/>
              <a:ext cx="252413" cy="271463"/>
            </a:xfrm>
            <a:custGeom xmlns:a="http://schemas.openxmlformats.org/drawingml/2006/main">
              <a:pathLst>
                <a:path w="228600" h="245745">
                  <a:moveTo>
                    <a:pt x="114300" y="38100"/>
                  </a:moveTo>
                  <a:lnTo>
                    <a:pt x="95250" y="41910"/>
                  </a:lnTo>
                  <a:lnTo>
                    <a:pt x="66675" y="0"/>
                  </a:lnTo>
                  <a:lnTo>
                    <a:pt x="52388" y="10478"/>
                  </a:lnTo>
                  <a:lnTo>
                    <a:pt x="78105" y="52388"/>
                  </a:lnTo>
                  <a:lnTo>
                    <a:pt x="66675" y="66675"/>
                  </a:lnTo>
                  <a:lnTo>
                    <a:pt x="66675" y="85725"/>
                  </a:lnTo>
                  <a:lnTo>
                    <a:pt x="57150" y="104775"/>
                  </a:lnTo>
                  <a:lnTo>
                    <a:pt x="20003" y="81915"/>
                  </a:lnTo>
                  <a:lnTo>
                    <a:pt x="9525" y="96203"/>
                  </a:lnTo>
                  <a:lnTo>
                    <a:pt x="49530" y="123825"/>
                  </a:lnTo>
                  <a:lnTo>
                    <a:pt x="43815" y="148590"/>
                  </a:lnTo>
                  <a:lnTo>
                    <a:pt x="0" y="148590"/>
                  </a:lnTo>
                  <a:lnTo>
                    <a:pt x="0" y="166688"/>
                  </a:lnTo>
                  <a:lnTo>
                    <a:pt x="44768" y="166688"/>
                  </a:lnTo>
                  <a:lnTo>
                    <a:pt x="53340" y="195263"/>
                  </a:lnTo>
                  <a:lnTo>
                    <a:pt x="16193" y="222885"/>
                  </a:lnTo>
                  <a:lnTo>
                    <a:pt x="26670" y="238125"/>
                  </a:lnTo>
                  <a:lnTo>
                    <a:pt x="65723" y="212408"/>
                  </a:lnTo>
                  <a:lnTo>
                    <a:pt x="76200" y="229553"/>
                  </a:lnTo>
                  <a:lnTo>
                    <a:pt x="93345" y="240983"/>
                  </a:lnTo>
                  <a:lnTo>
                    <a:pt x="114300" y="245745"/>
                  </a:lnTo>
                  <a:lnTo>
                    <a:pt x="135255" y="240983"/>
                  </a:lnTo>
                  <a:lnTo>
                    <a:pt x="152400" y="229553"/>
                  </a:lnTo>
                  <a:lnTo>
                    <a:pt x="162878" y="212408"/>
                  </a:lnTo>
                  <a:lnTo>
                    <a:pt x="201930" y="238125"/>
                  </a:lnTo>
                  <a:lnTo>
                    <a:pt x="212408" y="222885"/>
                  </a:lnTo>
                  <a:lnTo>
                    <a:pt x="175260" y="195263"/>
                  </a:lnTo>
                  <a:lnTo>
                    <a:pt x="183833" y="166688"/>
                  </a:lnTo>
                  <a:lnTo>
                    <a:pt x="228600" y="166688"/>
                  </a:lnTo>
                  <a:lnTo>
                    <a:pt x="228600" y="148590"/>
                  </a:lnTo>
                  <a:lnTo>
                    <a:pt x="184785" y="148590"/>
                  </a:lnTo>
                  <a:lnTo>
                    <a:pt x="179070" y="123825"/>
                  </a:lnTo>
                  <a:lnTo>
                    <a:pt x="219075" y="96203"/>
                  </a:lnTo>
                  <a:lnTo>
                    <a:pt x="208598" y="81915"/>
                  </a:lnTo>
                  <a:lnTo>
                    <a:pt x="171450" y="104775"/>
                  </a:lnTo>
                  <a:lnTo>
                    <a:pt x="161925" y="85725"/>
                  </a:lnTo>
                  <a:lnTo>
                    <a:pt x="161925" y="66675"/>
                  </a:lnTo>
                  <a:lnTo>
                    <a:pt x="150495" y="52388"/>
                  </a:lnTo>
                  <a:lnTo>
                    <a:pt x="176213" y="10478"/>
                  </a:lnTo>
                  <a:lnTo>
                    <a:pt x="161925" y="0"/>
                  </a:lnTo>
                  <a:lnTo>
                    <a:pt x="133350" y="41910"/>
                  </a:lnTo>
                  <a:close/>
                </a:path>
              </a:pathLst>
            </a:custGeom>
            <a:solidFill xmlns:a="http://schemas.openxmlformats.org/drawingml/2006/main">
              <a:srgbClr val="101110"/>
            </a:solidFill>
            <a:ln xmlns:a="http://schemas.openxmlformats.org/drawingml/2006/main" w="16193">
              <a:solidFill>
                <a:srgbClr val="F17A43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280124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2026-09-29T18:27:13.3320000Z</dcterms:created>
  <dcterms:modified xsi:type="dcterms:W3CDTF">2026-09-29T18:27:13.3320000Z</dcterms:modified>
</coreProperties>
</file>